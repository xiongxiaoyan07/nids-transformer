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329" autoAdjust="0"/>
  </p:normalViewPr>
  <p:slideViewPr>
    <p:cSldViewPr snapToGrid="0" snapToObjects="1">
      <p:cViewPr varScale="1">
        <p:scale>
          <a:sx n="86" d="100"/>
          <a:sy n="86" d="100"/>
        </p:scale>
        <p:origin x="23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73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Good morning, thank you for your time.</a:t>
            </a:r>
            <a:br>
              <a:rPr lang="en-US" dirty="0"/>
            </a:br>
            <a:r>
              <a:rPr lang="en-US" dirty="0"/>
              <a:t>Today I will present my research proposal on </a:t>
            </a:r>
            <a:r>
              <a:rPr lang="en-US" i="1" dirty="0"/>
              <a:t>packet-sequence modeling for network intrusion detection using Transformer-based representation learning</a:t>
            </a:r>
            <a:r>
              <a:rPr lang="en-US" dirty="0"/>
              <a:t>.</a:t>
            </a:r>
          </a:p>
          <a:p>
            <a:r>
              <a:rPr lang="en-US" dirty="0"/>
              <a:t>This work aims to explore whether modeling network traffic at the packet level can improve detection performance compared to traditional flow-level approaches.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Modern network infrastructures are becoming increasingly complex, driven by cloud computing, IoT, and large-scale connectivity.</a:t>
            </a:r>
          </a:p>
          <a:p>
            <a:r>
              <a:rPr lang="en-US" dirty="0"/>
              <a:t>As a result, cyber attacks such as DDoS, ransomware, and advanced persistent threats are becoming more sophisticated.</a:t>
            </a:r>
          </a:p>
          <a:p>
            <a:r>
              <a:rPr lang="en-US" dirty="0"/>
              <a:t>Traditional intrusion detection systems have several limitations:</a:t>
            </a:r>
          </a:p>
          <a:p>
            <a:r>
              <a:rPr lang="en-US" dirty="0"/>
              <a:t>Signature-based systems can only detect known attacks and fail on zero-day threats.</a:t>
            </a:r>
          </a:p>
          <a:p>
            <a:r>
              <a:rPr lang="en-US" dirty="0"/>
              <a:t>Classical machine learning methods rely heavily on handcrafted features.</a:t>
            </a:r>
          </a:p>
          <a:p>
            <a:r>
              <a:rPr lang="en-US" dirty="0"/>
              <a:t>RNN-based models struggle with scalability and long-range dependencies.</a:t>
            </a:r>
          </a:p>
          <a:p>
            <a:r>
              <a:rPr lang="en-US" dirty="0"/>
              <a:t>Therefore, we need more powerful sequence modeling approaches for network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Recently, Transformer-based and LLM-based methods have shown strong performance in intrusion detection.</a:t>
            </a:r>
          </a:p>
          <a:p>
            <a:r>
              <a:rPr lang="en-US" dirty="0"/>
              <a:t>However, most of these approaches operate at the </a:t>
            </a:r>
            <a:r>
              <a:rPr lang="en-US" i="1" dirty="0"/>
              <a:t>flow level</a:t>
            </a:r>
            <a:r>
              <a:rPr lang="en-US" dirty="0"/>
              <a:t>, where each flow is treated as a single unit.</a:t>
            </a:r>
          </a:p>
          <a:p>
            <a:r>
              <a:rPr lang="en-US" dirty="0"/>
              <a:t>This design overlooks important fine-grained information inside flows, such as:</a:t>
            </a:r>
          </a:p>
          <a:p>
            <a:r>
              <a:rPr lang="en-US" dirty="0"/>
              <a:t>inter-packet timing patterns</a:t>
            </a:r>
          </a:p>
          <a:p>
            <a:r>
              <a:rPr lang="en-US" dirty="0"/>
              <a:t>packet length variations</a:t>
            </a:r>
          </a:p>
          <a:p>
            <a:r>
              <a:rPr lang="en-US" dirty="0"/>
              <a:t>burst and direction changes</a:t>
            </a:r>
          </a:p>
          <a:p>
            <a:r>
              <a:rPr lang="en-US" dirty="0"/>
              <a:t>These signals can be critical for detecting stealthy or complex attacks.</a:t>
            </a:r>
          </a:p>
          <a:p>
            <a:r>
              <a:rPr lang="en-US" dirty="0"/>
              <a:t>Therefore, this work proposes modeling </a:t>
            </a:r>
            <a:r>
              <a:rPr lang="en-US" i="1" dirty="0"/>
              <a:t>packet sequences directly</a:t>
            </a:r>
            <a:r>
              <a:rPr lang="en-US" dirty="0"/>
              <a:t>, which is a more natural and detailed representation of network behavior.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Based on this motivation, this work focuses on three main research questions:</a:t>
            </a:r>
          </a:p>
          <a:p>
            <a:r>
              <a:rPr lang="en-US" dirty="0"/>
              <a:t>First, can packet-level sequence modeling improve detection performance compared to flow-level approaches?</a:t>
            </a:r>
          </a:p>
          <a:p>
            <a:r>
              <a:rPr lang="en-US" dirty="0"/>
              <a:t>Second, can learned packet embeddings support both packet-level and flow-level classification tasks?</a:t>
            </a:r>
          </a:p>
          <a:p>
            <a:r>
              <a:rPr lang="en-US" dirty="0"/>
              <a:t>Third, do large language models provide advantages over lightweight Transformer models for network traffic modeling?</a:t>
            </a:r>
          </a:p>
          <a:p>
            <a:r>
              <a:rPr lang="en-US" dirty="0"/>
              <a:t>These questions aim to evaluate both effectiveness and practicality.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 this work, we represent each network flow as an ordered sequence of packets.</a:t>
            </a:r>
          </a:p>
          <a:p>
            <a:r>
              <a:rPr lang="en-US" dirty="0"/>
              <a:t>Each packet contains both numerical and categorical features.</a:t>
            </a:r>
          </a:p>
          <a:p>
            <a:r>
              <a:rPr lang="en-US" dirty="0"/>
              <a:t>We consider two types of prediction tasks:</a:t>
            </a:r>
          </a:p>
          <a:p>
            <a:r>
              <a:rPr lang="en-US" dirty="0"/>
              <a:t>Packet-level classification, where each packet is labeled as benign or malicious</a:t>
            </a:r>
          </a:p>
          <a:p>
            <a:r>
              <a:rPr lang="en-US" dirty="0"/>
              <a:t>Flow-level classification, where the entire flow is assigned a label</a:t>
            </a:r>
          </a:p>
          <a:p>
            <a:r>
              <a:rPr lang="en-US" dirty="0"/>
              <a:t>The goal is to design a unified model that can handle both tasks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proposed framework consists of three main components:</a:t>
            </a:r>
          </a:p>
          <a:p>
            <a:r>
              <a:rPr lang="en-US" dirty="0"/>
              <a:t>First, a </a:t>
            </a:r>
            <a:r>
              <a:rPr lang="en-US" i="1" dirty="0"/>
              <a:t>packet tokenizer</a:t>
            </a:r>
            <a:r>
              <a:rPr lang="en-US" dirty="0"/>
              <a:t>, which converts each packet into a dense embedding.</a:t>
            </a:r>
          </a:p>
          <a:p>
            <a:r>
              <a:rPr lang="en-US" dirty="0"/>
              <a:t>Second, a </a:t>
            </a:r>
            <a:r>
              <a:rPr lang="en-US" i="1" dirty="0"/>
              <a:t>sequence encoder</a:t>
            </a:r>
            <a:r>
              <a:rPr lang="en-US" dirty="0"/>
              <a:t>, such as a Transformer or an LLM, which captures contextual dependencies across packets.</a:t>
            </a:r>
          </a:p>
          <a:p>
            <a:r>
              <a:rPr lang="en-US" dirty="0"/>
              <a:t>Third, </a:t>
            </a:r>
            <a:r>
              <a:rPr lang="en-US" i="1" dirty="0"/>
              <a:t>classification heads</a:t>
            </a:r>
            <a:r>
              <a:rPr lang="en-US" dirty="0"/>
              <a:t>, which produce predictions at both packet and flow levels.</a:t>
            </a:r>
          </a:p>
          <a:p>
            <a:r>
              <a:rPr lang="en-US" dirty="0"/>
              <a:t>This design is inspired by natural language processing, where packets are treated similarly to tokens in a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dataset is constructed from raw network traffic in PCAP format.</a:t>
            </a:r>
          </a:p>
          <a:p>
            <a:r>
              <a:rPr lang="en-US" dirty="0"/>
              <a:t>We use Suricata to analyze the traffic and generate labels at the packet level.</a:t>
            </a:r>
          </a:p>
          <a:p>
            <a:r>
              <a:rPr lang="en-US" dirty="0"/>
              <a:t>It is important to note that these labels are rule-based and should be considered as </a:t>
            </a:r>
            <a:r>
              <a:rPr lang="en-US" i="1" dirty="0"/>
              <a:t>pseudo-labels</a:t>
            </a:r>
            <a:r>
              <a:rPr lang="en-US" dirty="0"/>
              <a:t>, rather than perfect ground truth.</a:t>
            </a:r>
          </a:p>
          <a:p>
            <a:r>
              <a:rPr lang="en-US" dirty="0"/>
              <a:t>After that, packets are grouped into flows and ordered by timestamp to form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 the model design, the packet tokenizer encodes both numerical and categorical features into fixed-dimensional embeddings.</a:t>
            </a:r>
          </a:p>
          <a:p>
            <a:r>
              <a:rPr lang="en-US" dirty="0"/>
              <a:t>The sequence encoder can be implemented in two ways:</a:t>
            </a:r>
          </a:p>
          <a:p>
            <a:r>
              <a:rPr lang="en-US" dirty="0"/>
              <a:t>A lightweight Transformer, which serves as an efficient baseline</a:t>
            </a:r>
          </a:p>
          <a:p>
            <a:r>
              <a:rPr lang="en-US" dirty="0"/>
              <a:t>A large language model, which provides stronger representation capacity</a:t>
            </a:r>
          </a:p>
          <a:p>
            <a:r>
              <a:rPr lang="en-US" dirty="0"/>
              <a:t>This allows us to study the trade-off between model complexity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 training and evaluation, we split the dataset at the flow level to avoid data leakage.</a:t>
            </a:r>
          </a:p>
          <a:p>
            <a:r>
              <a:rPr lang="en-US" dirty="0"/>
              <a:t>We evaluate performance using metrics such as accuracy, precision, recall, F1-score, and AUROC.</a:t>
            </a:r>
          </a:p>
          <a:p>
            <a:r>
              <a:rPr lang="en-US" dirty="0"/>
              <a:t>In addition, we also measure inference time to assess computational efficiency.</a:t>
            </a:r>
          </a:p>
          <a:p>
            <a:r>
              <a:rPr lang="en-US" dirty="0"/>
              <a:t>To address class imbalance, techniques such as weighted loss or resampling may be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evaluate the effectiveness of the proposed approach, we compare it with several baselines:</a:t>
            </a:r>
          </a:p>
          <a:p>
            <a:r>
              <a:rPr lang="en-US" dirty="0"/>
              <a:t>Flow-level statistical models such as MLP</a:t>
            </a:r>
          </a:p>
          <a:p>
            <a:r>
              <a:rPr lang="en-US" dirty="0"/>
              <a:t>Traditional machine learning methods like Random Forest and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Sequence models such as LSTM</a:t>
            </a:r>
          </a:p>
          <a:p>
            <a:r>
              <a:rPr lang="en-US" dirty="0"/>
              <a:t>Lightweight Transformer models</a:t>
            </a:r>
          </a:p>
          <a:p>
            <a:r>
              <a:rPr lang="en-US" dirty="0"/>
              <a:t>And LLM-based approaches</a:t>
            </a:r>
          </a:p>
          <a:p>
            <a:r>
              <a:rPr lang="en-US" dirty="0"/>
              <a:t>These baselines help us analyze the impact of modeling granularity and model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expected contributions of this work are threefold:</a:t>
            </a:r>
          </a:p>
          <a:p>
            <a:r>
              <a:rPr lang="en-US" dirty="0"/>
              <a:t>First, we propose a packet-level representation learning framework for intrusion detection.</a:t>
            </a:r>
          </a:p>
          <a:p>
            <a:r>
              <a:rPr lang="en-US" dirty="0"/>
              <a:t>Second, we design a unified model that supports both packet-level and flow-level classification.</a:t>
            </a:r>
          </a:p>
          <a:p>
            <a:r>
              <a:rPr lang="en-US" dirty="0"/>
              <a:t>Third, we provide a systematic analysis of the trade-off between detection accuracy and computational efficiency.</a:t>
            </a:r>
          </a:p>
          <a:p>
            <a:r>
              <a:rPr lang="en-US" dirty="0"/>
              <a:t>This is particularly important for real-world deployment in high-throughput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Finally, I would like to highlight several open questions for discussion:</a:t>
            </a:r>
          </a:p>
          <a:p>
            <a:r>
              <a:rPr lang="en-US" dirty="0"/>
              <a:t>Is packet-level modeling worth the additional computational cost?</a:t>
            </a:r>
          </a:p>
          <a:p>
            <a:r>
              <a:rPr lang="en-US" dirty="0"/>
              <a:t>Are large language models necessary, or can lightweight models achieve similar performance?</a:t>
            </a:r>
          </a:p>
          <a:p>
            <a:r>
              <a:rPr lang="en-US" dirty="0"/>
              <a:t>Can this approach be deployed in real-time intrusion detection systems?</a:t>
            </a:r>
          </a:p>
          <a:p>
            <a:r>
              <a:rPr lang="en-US" dirty="0"/>
              <a:t>These questions are important for both research and practical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Packet-Sequence Modeling for NIDS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Xiaoyan Xiong</a:t>
            </a:r>
          </a:p>
          <a:p>
            <a:r>
              <a:rPr dirty="0"/>
              <a:t>University of Twente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Increasing complexity of modern networks</a:t>
            </a:r>
          </a:p>
          <a:p>
            <a:pPr marL="0" indent="0">
              <a:buNone/>
            </a:pPr>
            <a:r>
              <a:rPr dirty="0"/>
              <a:t>• Attacks: DDoS, APTs, ransomware</a:t>
            </a:r>
          </a:p>
          <a:p>
            <a:pPr marL="0" indent="0">
              <a:buNone/>
            </a:pPr>
            <a:r>
              <a:rPr dirty="0"/>
              <a:t>• Signature-based → cannot detect unknown attacks</a:t>
            </a:r>
          </a:p>
          <a:p>
            <a:pPr marL="0" indent="0">
              <a:buNone/>
            </a:pPr>
            <a:r>
              <a:rPr dirty="0"/>
              <a:t>• ML → relies on handcrafted features</a:t>
            </a:r>
          </a:p>
          <a:p>
            <a:pPr marL="0" indent="0">
              <a:buNone/>
            </a:pPr>
            <a:r>
              <a:rPr dirty="0"/>
              <a:t>• RNN → limited scalability and long-range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Existing Transformer/LLM methods operate at flow level</a:t>
            </a:r>
          </a:p>
          <a:p>
            <a:pPr marL="0" indent="0">
              <a:buNone/>
            </a:pPr>
            <a:r>
              <a:rPr dirty="0"/>
              <a:t>• Flow aggregation loses:</a:t>
            </a:r>
          </a:p>
          <a:p>
            <a:pPr marL="0" indent="0">
              <a:buNone/>
            </a:pPr>
            <a:r>
              <a:rPr dirty="0"/>
              <a:t>  - Inter-packet timing</a:t>
            </a:r>
          </a:p>
          <a:p>
            <a:pPr marL="0" indent="0">
              <a:buNone/>
            </a:pPr>
            <a:r>
              <a:rPr dirty="0"/>
              <a:t>  - Packet size variation</a:t>
            </a:r>
          </a:p>
          <a:p>
            <a:pPr marL="0" indent="0">
              <a:buNone/>
            </a:pPr>
            <a:r>
              <a:rPr dirty="0"/>
              <a:t>  - Burst &amp; direction patterns</a:t>
            </a:r>
          </a:p>
          <a:p>
            <a:pPr marL="0" indent="0">
              <a:buNone/>
            </a:pPr>
            <a:r>
              <a:rPr dirty="0"/>
              <a:t>• Packet sequence modeling is more fine-grained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Can packet-level modeling improve detection?</a:t>
            </a:r>
          </a:p>
          <a:p>
            <a:pPr marL="0" indent="0">
              <a:buNone/>
            </a:pPr>
            <a:r>
              <a:rPr dirty="0"/>
              <a:t>• Can packet embeddings support both packet &amp; flow tasks?</a:t>
            </a:r>
          </a:p>
          <a:p>
            <a:pPr marL="0" indent="0">
              <a:buNone/>
            </a:pPr>
            <a:r>
              <a:rPr dirty="0"/>
              <a:t>• Do LLMs outperform lightweight Transformers?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Flow = sequence of packets</a:t>
            </a:r>
          </a:p>
          <a:p>
            <a:pPr marL="0" indent="0">
              <a:buNone/>
            </a:pPr>
            <a:r>
              <a:rPr dirty="0"/>
              <a:t>• Each packet has numerical + categorical features</a:t>
            </a:r>
          </a:p>
          <a:p>
            <a:pPr marL="0" indent="0">
              <a:buNone/>
            </a:pPr>
            <a:r>
              <a:rPr dirty="0"/>
              <a:t>• Two tasks:</a:t>
            </a:r>
          </a:p>
          <a:p>
            <a:pPr marL="0" indent="0">
              <a:buNone/>
            </a:pPr>
            <a:r>
              <a:rPr dirty="0"/>
              <a:t>  - Packet-level classification</a:t>
            </a:r>
          </a:p>
          <a:p>
            <a:pPr marL="0" indent="0">
              <a:buNone/>
            </a:pPr>
            <a:r>
              <a:rPr dirty="0"/>
              <a:t>  - Flow-level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82" y="1267691"/>
            <a:ext cx="8229600" cy="114300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1. Packet Tokenizer</a:t>
            </a:r>
          </a:p>
          <a:p>
            <a:pPr marL="0" indent="0">
              <a:buNone/>
            </a:pPr>
            <a:r>
              <a:rPr dirty="0"/>
              <a:t>2. Sequence Encoder (Transformer / LLM)</a:t>
            </a:r>
          </a:p>
          <a:p>
            <a:pPr marL="0" indent="0">
              <a:buNone/>
            </a:pPr>
            <a:r>
              <a:rPr dirty="0"/>
              <a:t>3. Classification Heads</a:t>
            </a:r>
          </a:p>
          <a:p>
            <a:pPr marL="0" indent="0">
              <a:buNone/>
            </a:pPr>
            <a:r>
              <a:rPr dirty="0"/>
              <a:t>• Inspired by NLP sequence modeling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710FEFE-26F4-7E8D-EADA-05FF2F9D6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93" y="2506662"/>
            <a:ext cx="7363071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PCAP → Suricata → labeled packets</a:t>
            </a:r>
          </a:p>
          <a:p>
            <a:pPr marL="0" indent="0">
              <a:buNone/>
            </a:pPr>
            <a:r>
              <a:rPr dirty="0"/>
              <a:t>• Build packet sequences per flow</a:t>
            </a:r>
          </a:p>
          <a:p>
            <a:pPr marL="0" indent="0">
              <a:buNone/>
            </a:pPr>
            <a:r>
              <a:rPr dirty="0"/>
              <a:t>• Note: labels are pseudo-labels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Tokenizer: encode numerical &amp; categorical features</a:t>
            </a:r>
          </a:p>
          <a:p>
            <a:pPr marL="0" indent="0">
              <a:buNone/>
            </a:pPr>
            <a:r>
              <a:rPr dirty="0"/>
              <a:t>• Encoder:</a:t>
            </a:r>
          </a:p>
          <a:p>
            <a:pPr marL="0" indent="0">
              <a:buNone/>
            </a:pPr>
            <a:r>
              <a:rPr dirty="0"/>
              <a:t>  - Lightweight Transformer</a:t>
            </a:r>
          </a:p>
          <a:p>
            <a:pPr marL="0" indent="0">
              <a:buNone/>
            </a:pPr>
            <a:r>
              <a:rPr dirty="0"/>
              <a:t>  - LLM (for comparison)</a:t>
            </a:r>
          </a:p>
          <a:p>
            <a:pPr marL="0" indent="0">
              <a:buNone/>
            </a:pPr>
            <a:r>
              <a:rPr dirty="0"/>
              <a:t>• Dual-task outputs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Metrics: Accuracy, Precision, Recall, F1, AUROC</a:t>
            </a:r>
          </a:p>
          <a:p>
            <a:pPr marL="0" indent="0">
              <a:buNone/>
            </a:pPr>
            <a:r>
              <a:rPr dirty="0"/>
              <a:t>• Flow-level data split</a:t>
            </a:r>
          </a:p>
          <a:p>
            <a:pPr marL="0" indent="0">
              <a:buNone/>
            </a:pPr>
            <a:r>
              <a:rPr dirty="0"/>
              <a:t>• Handle class imbalance</a:t>
            </a:r>
          </a:p>
          <a:p>
            <a:pPr marL="0" indent="0">
              <a:buNone/>
            </a:pPr>
            <a:r>
              <a:rPr dirty="0"/>
              <a:t>• Evaluate efficiency (inference time)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MLP (flow statistics)</a:t>
            </a:r>
          </a:p>
          <a:p>
            <a:pPr marL="0" indent="0">
              <a:buNone/>
            </a:pPr>
            <a:r>
              <a:rPr dirty="0"/>
              <a:t>• Random Forest / </a:t>
            </a:r>
            <a:r>
              <a:rPr dirty="0" err="1"/>
              <a:t>XGBoost</a:t>
            </a:r>
            <a:endParaRPr dirty="0"/>
          </a:p>
          <a:p>
            <a:pPr marL="0" indent="0">
              <a:buNone/>
            </a:pPr>
            <a:r>
              <a:rPr dirty="0"/>
              <a:t>• LSTM</a:t>
            </a:r>
          </a:p>
          <a:p>
            <a:pPr marL="0" indent="0">
              <a:buNone/>
            </a:pPr>
            <a:r>
              <a:rPr dirty="0"/>
              <a:t>• Small Transformer</a:t>
            </a:r>
          </a:p>
          <a:p>
            <a:pPr marL="0" indent="0">
              <a:buNone/>
            </a:pPr>
            <a:r>
              <a:rPr dirty="0"/>
              <a:t>• Frozen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Packet-level representation learning</a:t>
            </a:r>
          </a:p>
          <a:p>
            <a:pPr marL="0" indent="0">
              <a:buNone/>
            </a:pPr>
            <a:r>
              <a:rPr dirty="0"/>
              <a:t>• Unified multi-task framework</a:t>
            </a:r>
          </a:p>
          <a:p>
            <a:pPr marL="0" indent="0">
              <a:buNone/>
            </a:pPr>
            <a:r>
              <a:rPr dirty="0"/>
              <a:t>• Analysis of accuracy vs efficiency trade-off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Is packet-level modeling worth the cost?</a:t>
            </a:r>
          </a:p>
          <a:p>
            <a:pPr marL="0" indent="0">
              <a:buNone/>
            </a:pPr>
            <a:r>
              <a:rPr dirty="0"/>
              <a:t>• Are LLMs necessary?</a:t>
            </a:r>
          </a:p>
          <a:p>
            <a:pPr marL="0" indent="0">
              <a:buNone/>
            </a:pPr>
            <a:r>
              <a:rPr dirty="0"/>
              <a:t>• Can it be deployed in real-time systems?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1134</Words>
  <Application>Microsoft Office PowerPoint</Application>
  <PresentationFormat>On-screen Show (4:3)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Packet-Sequence Modeling for NIDS</vt:lpstr>
      <vt:lpstr>Motivation</vt:lpstr>
      <vt:lpstr>Research Gap</vt:lpstr>
      <vt:lpstr>Research Questions</vt:lpstr>
      <vt:lpstr>Problem Formulation</vt:lpstr>
      <vt:lpstr>Framework Overview</vt:lpstr>
      <vt:lpstr>Data Pipeline</vt:lpstr>
      <vt:lpstr>Model Design</vt:lpstr>
      <vt:lpstr>Training &amp; Evaluation</vt:lpstr>
      <vt:lpstr>Baselines</vt:lpstr>
      <vt:lpstr>Expected Contributions</vt:lpstr>
      <vt:lpstr>Discussion &amp; Open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Xiaoyan Xiong</cp:lastModifiedBy>
  <cp:revision>3</cp:revision>
  <dcterms:created xsi:type="dcterms:W3CDTF">2013-01-27T09:14:16Z</dcterms:created>
  <dcterms:modified xsi:type="dcterms:W3CDTF">2026-04-01T13:40:34Z</dcterms:modified>
  <cp:category/>
</cp:coreProperties>
</file>