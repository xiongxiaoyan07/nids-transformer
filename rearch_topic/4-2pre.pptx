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87D6-3E2C-4D80-ADA9-24C9186FD863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A76AB-4880-48E6-BD4A-B62926D2CD1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0501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Suricata label = pseudo-label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A76AB-4880-48E6-BD4A-B62926D2CD13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096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9BED-A5B3-43E8-944A-7E37E6C49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2190D-5635-D854-4C90-56EF0BBBF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7D9F1-3AA8-1474-5B98-0FCDEC0C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3A73A-41C1-C07E-F760-EC0B34B71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6A0BE-752A-5DF1-8820-ED073F1E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550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6BDB-C375-4F8E-698E-0DE35586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0D749-55AB-C179-2136-228ADEF53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2B4CD-0BC3-CE46-5087-F27310BC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5257F-FCF6-D57B-8445-786E9F619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E43B4-1B23-52BA-6300-50DB5FEF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234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1F9C6-5760-782A-5F36-D41B6C37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BE1DD-7A36-EA63-EDA8-F4516093F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39ADC-0B96-6B86-4796-1E3BCD85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22553-7667-5C20-CB68-217C41E0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C39BB-CDE5-5321-AC9F-B257C72B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3741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15C7-B053-BD68-4BF9-909A4BE3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2D377-97A4-F82C-802A-EEA011879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84AD0-1E83-24B4-1D0D-CE203B0E7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9C8ED-474B-2468-A1E9-6BB2C0FC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D4B61-686F-6E2A-CE1A-57B81FDF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397D1-1EED-CA33-B74A-3AE16F82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8562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474E-A164-D65D-ED3D-3238D5F5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1977A-8C32-039B-8AB7-E86138831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6CEC6-B026-33AA-1229-0691DDA7A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334951-A360-2DEE-4DFB-61FBDF482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25F22-8FBD-CEA8-C502-F26D65F28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3FCF8-9549-FA3A-5067-CD104C04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3D4CD-159B-2E8E-CF87-718503AE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3DE3D-8158-D02A-D8F4-ED7FC96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4487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FC15F-64D9-D2AA-2A28-E6C0A1E78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C1444-C3B3-AFE1-6B2A-A2D7E8FAD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3AFA6-E178-60B2-9AA2-0EF493D9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DDDF7-9580-485F-68B4-F3C0857F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3627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6D51F-B664-6C73-7610-2A984F9D5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63E3E-8979-9741-7327-98F50355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A1016-2403-FF7D-E1D7-2CBAE326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2427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42A5-CC9E-6FF9-7663-83928581B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80556-9110-3DA8-06CD-5C4CFE85E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C5460-97A5-F29B-A6AF-96A1C6522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182F1-9426-CF8B-36A0-BAB77877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14F31-EB75-B20F-3347-2DBCF8B7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FAF68-4573-F3A3-96B0-D57D354A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85064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F512-CAB1-89C2-8A19-090A09EC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CA60BC-C4C1-397F-2F1C-A71367387A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E573C-0E87-CE56-7851-90E1C3C3C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B9FDB-0EFA-58A8-587F-09706CECE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C8213-363F-AAEF-ADA1-45742792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6D5C2-F972-0892-C4B1-FCBE6692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8930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52BA-A3CE-F8E5-E2AA-B6F67555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68976-0330-08BA-E102-1B08C64FA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E858-9F0E-3DF3-BCDC-F8142E5B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81577-C177-1D30-D4E9-B01EC7377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5FC07-9236-5496-27AF-5223E9E8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879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8F312-6C2A-3DDB-7345-F77E12E9E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FED5A8-9D04-D9BF-A49A-982036554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690E7-4E6B-EFBF-3A99-6DECD774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B6275-0EF7-BC5A-1DBB-BC7D8C23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F9F4-3DF8-7C9E-1C60-41AB24C9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720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82A9A3-0AA7-377F-9764-C2B3AE0DF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C019-322F-9FD6-0B0C-59A08E3EE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A3DD0-4E58-1441-304E-9D38D4533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F8066E-58E7-40BF-B484-6DFE81BDC295}" type="datetimeFigureOut">
              <a:rPr lang="en-NL" smtClean="0"/>
              <a:t>01/04/2026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073B3-ABE9-0D95-F95D-AAF1DBB8F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38268-4A65-8145-DB05-593B0150E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B3700-3AD1-4C49-B7F4-D24C6114ADD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9656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A5CC-7137-0A36-7FFF-2D96C7398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884618"/>
            <a:ext cx="10725912" cy="3769677"/>
          </a:xfrm>
        </p:spPr>
        <p:txBody>
          <a:bodyPr>
            <a:normAutofit/>
          </a:bodyPr>
          <a:lstStyle/>
          <a:p>
            <a:r>
              <a:rPr lang="en-US" sz="4800" dirty="0"/>
              <a:t>Packet-Sequence Modeling for Network Intrusion Detection Using</a:t>
            </a:r>
            <a:br>
              <a:rPr lang="en-US" sz="4800" dirty="0"/>
            </a:br>
            <a:r>
              <a:rPr lang="en-US" sz="4800" dirty="0"/>
              <a:t>Transformer-based Representation Learning</a:t>
            </a:r>
            <a:endParaRPr lang="en-NL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E8921-70C7-C5B5-1945-ADCFC81E3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3036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AC34-1965-EE35-B8BD-9F3D24732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Motivation</a:t>
            </a:r>
            <a:endParaRPr lang="en-N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BC7A5D-C800-3E0D-F226-36EAF519E8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1352" y="1690688"/>
            <a:ext cx="54852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网络攻击越来越复杂（DDoS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APT / IoT）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传统方法问题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signature → </a:t>
            </a: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只能检测已知攻击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→ </a:t>
            </a:r>
            <a:r>
              <a:rPr kumimoji="0" lang="en-US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relies </a:t>
            </a:r>
            <a:r>
              <a:rPr kumimoji="0" lang="en-US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havily</a:t>
            </a:r>
            <a:r>
              <a:rPr kumimoji="0" lang="en-US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handcrafted features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RNN → </a:t>
            </a: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难以建模长依赖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不可并行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794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FC8E-AF40-9C12-7BE5-1E839FF7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Gap</a:t>
            </a:r>
            <a:endParaRPr lang="en-N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C81B98-28BF-7976-95C5-3ACADEB15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6972"/>
            <a:ext cx="475643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现有Transformer</a:t>
            </a:r>
            <a:r>
              <a:rPr kumimoji="0" lang="en-NL" altLang="en-N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/LLM方法都在flow-level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问题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</a:t>
            </a: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aggregation丢失信息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inter-packet timing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 </a:t>
            </a: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size变化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burst &amp; direction pattern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引出你的idea</a:t>
            </a: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Packet-level sequence = </a:t>
            </a:r>
            <a:r>
              <a:rPr kumimoji="0" lang="en-NL" altLang="en-N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更自然的建模方式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76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EC59-20DD-8481-5F81-D61ED12C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E58C3-7EAD-5F58-F248-0DD3186C6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packet-level sequence modeling improve detection performance compared to flow-level approaches?</a:t>
            </a:r>
          </a:p>
          <a:p>
            <a:r>
              <a:rPr lang="en-US" dirty="0"/>
              <a:t>Can packet embeddings effectively support both packet-level and flow-level classification tasks?</a:t>
            </a:r>
          </a:p>
          <a:p>
            <a:r>
              <a:rPr lang="en-US" dirty="0"/>
              <a:t>Do large language models provide advantages over lightweight Transformer models for network traffic modeling?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2275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6144-EFB4-44D3-83E4-CCF68614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Overall Framework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E20DDB-C83E-4F24-F6B2-8B2256B2D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464" y="1825625"/>
            <a:ext cx="73630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93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EC80-2D65-3103-B500-FF67F89AB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pipeline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B3CF9-AAA0-CAA6-6003-2D870EB94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PCAP </a:t>
            </a:r>
            <a:r>
              <a:rPr lang="en-US" dirty="0">
                <a:sym typeface="Wingdings" panose="05000000000000000000" pitchFamily="2" charset="2"/>
              </a:rPr>
              <a:t> Suricata  labeled packets</a:t>
            </a:r>
          </a:p>
          <a:p>
            <a:r>
              <a:rPr lang="en-US" dirty="0">
                <a:sym typeface="Wingdings" panose="05000000000000000000" pitchFamily="2" charset="2"/>
              </a:rPr>
              <a:t>Flow reconstruction</a:t>
            </a:r>
          </a:p>
          <a:p>
            <a:r>
              <a:rPr lang="en-US" dirty="0">
                <a:sym typeface="Wingdings" panose="05000000000000000000" pitchFamily="2" charset="2"/>
              </a:rPr>
              <a:t>Sequence building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3828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F086-A5F2-6CD2-2066-599544B2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Evaluation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C29DC-B70A-249A-8BD3-C03A5FD4D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Metrics:</a:t>
            </a:r>
          </a:p>
          <a:p>
            <a:pPr lvl="1"/>
            <a:r>
              <a:rPr lang="en-US" dirty="0"/>
              <a:t>F1, precision, recall, AUC…</a:t>
            </a:r>
          </a:p>
          <a:p>
            <a:r>
              <a:rPr lang="en-US" dirty="0"/>
              <a:t>Split:</a:t>
            </a:r>
          </a:p>
          <a:p>
            <a:pPr lvl="1"/>
            <a:r>
              <a:rPr lang="en-US" dirty="0"/>
              <a:t>Flow-level split (avoid leakage)</a:t>
            </a:r>
          </a:p>
        </p:txBody>
      </p:sp>
    </p:spTree>
    <p:extLst>
      <p:ext uri="{BB962C8B-B14F-4D97-AF65-F5344CB8AC3E}">
        <p14:creationId xmlns:p14="http://schemas.microsoft.com/office/powerpoint/2010/main" val="111777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CCFA-EE1E-EC56-F83E-F570F8FF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16920-82DA-DFA9-5E74-D65454CE6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MLP (flow stats)</a:t>
            </a:r>
          </a:p>
          <a:p>
            <a:r>
              <a:rPr lang="en-US" dirty="0"/>
              <a:t>LSTM</a:t>
            </a:r>
          </a:p>
          <a:p>
            <a:r>
              <a:rPr lang="en-US" dirty="0"/>
              <a:t>Transformer</a:t>
            </a:r>
          </a:p>
          <a:p>
            <a:r>
              <a:rPr lang="en-US" dirty="0"/>
              <a:t>LLM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9867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160</Words>
  <Application>Microsoft Office PowerPoint</Application>
  <PresentationFormat>Widescreen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Packet-Sequence Modeling for Network Intrusion Detection Using Transformer-based Representation Learning</vt:lpstr>
      <vt:lpstr>Motivation</vt:lpstr>
      <vt:lpstr>Gap</vt:lpstr>
      <vt:lpstr>Research Questions</vt:lpstr>
      <vt:lpstr>Overall Framework</vt:lpstr>
      <vt:lpstr>Data pipeline</vt:lpstr>
      <vt:lpstr>Training &amp; Evaluation</vt:lpstr>
      <vt:lpstr>Baseline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Xiaoyan Xiong</dc:creator>
  <cp:lastModifiedBy>Xiaoyan Xiong</cp:lastModifiedBy>
  <cp:revision>3</cp:revision>
  <dcterms:created xsi:type="dcterms:W3CDTF">2026-04-01T12:19:58Z</dcterms:created>
  <dcterms:modified xsi:type="dcterms:W3CDTF">2026-04-01T13:05:39Z</dcterms:modified>
</cp:coreProperties>
</file>