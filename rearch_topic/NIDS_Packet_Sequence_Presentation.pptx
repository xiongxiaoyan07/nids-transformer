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912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Packet-Sequence Modeling for NIDS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Xiaoyan Xiong</a:t>
            </a:r>
          </a:p>
          <a:p>
            <a:r>
              <a:t>University of Twente</a:t>
            </a:r>
          </a:p>
          <a:p>
            <a:r>
              <a:t>March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Increasing complexity of modern networks</a:t>
            </a:r>
          </a:p>
          <a:p>
            <a:r>
              <a:rPr dirty="0"/>
              <a:t>Attacks: DDoS, APTs, ransomware</a:t>
            </a:r>
          </a:p>
          <a:p>
            <a:r>
              <a:rPr dirty="0"/>
              <a:t>Signature-based → cannot detect unknown attacks</a:t>
            </a:r>
          </a:p>
          <a:p>
            <a:r>
              <a:rPr dirty="0"/>
              <a:t>ML → relies on handcrafted features</a:t>
            </a:r>
          </a:p>
          <a:p>
            <a:r>
              <a:rPr dirty="0"/>
              <a:t>RNN → limited scalability and long-range modeling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Research Gap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Existing Transformer/LLM methods operate at flow level</a:t>
            </a:r>
          </a:p>
          <a:p>
            <a:r>
              <a:rPr dirty="0"/>
              <a:t>Flow aggregation loses:</a:t>
            </a:r>
          </a:p>
          <a:p>
            <a:pPr lvl="1"/>
            <a:r>
              <a:rPr dirty="0"/>
              <a:t>  Inter-packet timing</a:t>
            </a:r>
          </a:p>
          <a:p>
            <a:pPr lvl="1"/>
            <a:r>
              <a:rPr dirty="0"/>
              <a:t>  Packet size variation</a:t>
            </a:r>
          </a:p>
          <a:p>
            <a:pPr lvl="1"/>
            <a:r>
              <a:rPr dirty="0"/>
              <a:t>  Burst &amp; direction patterns</a:t>
            </a:r>
          </a:p>
          <a:p>
            <a:r>
              <a:rPr dirty="0"/>
              <a:t>Packet sequence modeling is more fine-grained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Research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Can packet-level modeling improve detection?</a:t>
            </a:r>
          </a:p>
          <a:p>
            <a:r>
              <a:rPr dirty="0"/>
              <a:t>Can packet embeddings support both packet &amp; flow tasks?</a:t>
            </a:r>
          </a:p>
          <a:p>
            <a:r>
              <a:rPr dirty="0"/>
              <a:t>Do LLMs outperform lightweight Transformers?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Formulation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Flow = sequence of packets</a:t>
            </a:r>
          </a:p>
          <a:p>
            <a:r>
              <a:rPr dirty="0"/>
              <a:t>Each packet has numerical + categorical features</a:t>
            </a:r>
          </a:p>
          <a:p>
            <a:r>
              <a:rPr dirty="0"/>
              <a:t>Two tasks:</a:t>
            </a:r>
          </a:p>
          <a:p>
            <a:pPr lvl="1"/>
            <a:r>
              <a:rPr dirty="0"/>
              <a:t>  Packet-level classification</a:t>
            </a:r>
          </a:p>
          <a:p>
            <a:pPr lvl="1"/>
            <a:r>
              <a:rPr dirty="0"/>
              <a:t>  Flow-level classification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Framework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34440"/>
            <a:ext cx="8229600" cy="1143001"/>
          </a:xfrm>
        </p:spPr>
        <p:txBody>
          <a:bodyPr>
            <a:normAutofit fontScale="85000" lnSpcReduction="20000"/>
          </a:bodyPr>
          <a:lstStyle/>
          <a:p>
            <a:r>
              <a:rPr sz="2000" dirty="0"/>
              <a:t>1. Packet Tokenizer</a:t>
            </a:r>
          </a:p>
          <a:p>
            <a:r>
              <a:rPr sz="2000" dirty="0"/>
              <a:t>2. Sequence Encoder (Transformer / LLM)</a:t>
            </a:r>
          </a:p>
          <a:p>
            <a:r>
              <a:rPr sz="2000" dirty="0"/>
              <a:t>3. Classification Heads</a:t>
            </a:r>
          </a:p>
          <a:p>
            <a:r>
              <a:rPr sz="2000" dirty="0"/>
              <a:t>Inspired by NLP sequence modeling</a:t>
            </a:r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55F6C0A0-D41D-A225-E09F-4BA0C9F11C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2944" y="2506662"/>
            <a:ext cx="7363071" cy="435133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PCAP → Suricata → labeled packets</a:t>
            </a:r>
          </a:p>
          <a:p>
            <a:r>
              <a:rPr dirty="0"/>
              <a:t>Build packet sequences per flow</a:t>
            </a:r>
          </a:p>
          <a:p>
            <a:r>
              <a:rPr dirty="0"/>
              <a:t>Note: labels are pseudo-labels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Tokenizer: encode numerical &amp; categorical features</a:t>
            </a:r>
          </a:p>
          <a:p>
            <a:r>
              <a:rPr dirty="0"/>
              <a:t>Encoder:</a:t>
            </a:r>
          </a:p>
          <a:p>
            <a:pPr lvl="1"/>
            <a:r>
              <a:rPr dirty="0"/>
              <a:t>  Lightweight Transformer</a:t>
            </a:r>
          </a:p>
          <a:p>
            <a:pPr lvl="1"/>
            <a:r>
              <a:rPr dirty="0"/>
              <a:t>  LLM (for comparison)</a:t>
            </a:r>
          </a:p>
          <a:p>
            <a:r>
              <a:rPr dirty="0"/>
              <a:t>Dual-task outputs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Training &amp;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Metrics: Accuracy, Precision, Recall, F1, AUROC</a:t>
            </a:r>
          </a:p>
          <a:p>
            <a:r>
              <a:rPr dirty="0"/>
              <a:t>Flow-level data split</a:t>
            </a:r>
          </a:p>
          <a:p>
            <a:r>
              <a:rPr dirty="0"/>
              <a:t>Handle class imbalance</a:t>
            </a:r>
          </a:p>
          <a:p>
            <a:r>
              <a:rPr dirty="0"/>
              <a:t>Evaluate efficiency (inference time)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Baselines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MLP (flow statistics)</a:t>
            </a:r>
          </a:p>
          <a:p>
            <a:r>
              <a:rPr dirty="0"/>
              <a:t>Random Forest / </a:t>
            </a:r>
            <a:r>
              <a:rPr dirty="0" err="1"/>
              <a:t>XGBoost</a:t>
            </a:r>
            <a:endParaRPr dirty="0"/>
          </a:p>
          <a:p>
            <a:r>
              <a:rPr dirty="0"/>
              <a:t>LSTM</a:t>
            </a:r>
          </a:p>
          <a:p>
            <a:r>
              <a:rPr dirty="0"/>
              <a:t>Small Transformer</a:t>
            </a:r>
          </a:p>
          <a:p>
            <a:r>
              <a:rPr dirty="0"/>
              <a:t>Frozen LLM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Expected Contributions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Packet-level representation learning</a:t>
            </a:r>
          </a:p>
          <a:p>
            <a:r>
              <a:rPr dirty="0"/>
              <a:t>Unified multi-task framework</a:t>
            </a:r>
          </a:p>
          <a:p>
            <a:r>
              <a:rPr dirty="0"/>
              <a:t>Analysis of accuracy vs efficiency trade-off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Discussion &amp; Open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Is packet-level modeling worth the cost?</a:t>
            </a:r>
          </a:p>
          <a:p>
            <a:r>
              <a:rPr dirty="0"/>
              <a:t>Are LLMs necessary?</a:t>
            </a:r>
          </a:p>
          <a:p>
            <a:r>
              <a:rPr dirty="0"/>
              <a:t>Can it be deployed in real-time systems?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265</Words>
  <Application>Microsoft Office PowerPoint</Application>
  <PresentationFormat>On-screen Show (4:3)</PresentationFormat>
  <Paragraphs>61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Packet-Sequence Modeling for NIDS</vt:lpstr>
      <vt:lpstr>Motivation</vt:lpstr>
      <vt:lpstr>Research Gap</vt:lpstr>
      <vt:lpstr>Research Questions</vt:lpstr>
      <vt:lpstr>Problem Formulation</vt:lpstr>
      <vt:lpstr>Framework Overview</vt:lpstr>
      <vt:lpstr>Data Pipeline</vt:lpstr>
      <vt:lpstr>Model Design</vt:lpstr>
      <vt:lpstr>Training &amp; Evaluation</vt:lpstr>
      <vt:lpstr>Baselines</vt:lpstr>
      <vt:lpstr>Expected Contributions</vt:lpstr>
      <vt:lpstr>Discussion &amp; Open Questions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Xiaoyan Xiong</cp:lastModifiedBy>
  <cp:revision>2</cp:revision>
  <dcterms:created xsi:type="dcterms:W3CDTF">2013-01-27T09:14:16Z</dcterms:created>
  <dcterms:modified xsi:type="dcterms:W3CDTF">2026-04-01T13:15:58Z</dcterms:modified>
  <cp:category/>
</cp:coreProperties>
</file>